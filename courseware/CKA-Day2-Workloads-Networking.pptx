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COURSE SLIDES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06040"/>
            <a:ext cx="109728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161B26"/>
                </a:solidFill>
                <a:latin typeface="Arial"/>
              </a:rPr>
              <a:t>Certified Kubernetes Administrator (CKA)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4526280"/>
            <a:ext cx="21945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80060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WSQ Course Code: TGS-2025054612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  ·  UEN 201200696W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126480"/>
            <a:ext cx="10972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Ltd. All rights reserved.  ·  www.tertiarycourses.com.sg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DAY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Workloads, Scheduling &amp;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Domain 1 tools + Domains 2 &amp; 3 start — Labs 9–18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76072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It is mandatory to take the AM, PM and Assessment digital attendance for WSQ-funded courses.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The trainer displays the digital attendance QR code from the SSG portal.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Scan the QR code with your phone camera and submit your attendance.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A minimum of 75% attendance is required for assessment and funding.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03720" y="1828800"/>
            <a:ext cx="4389120" cy="274320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95360" y="2148840"/>
            <a:ext cx="1005840" cy="10058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c_att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6936" y="2420416"/>
            <a:ext cx="462688" cy="4626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178040" y="3337560"/>
            <a:ext cx="3840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F6FEB"/>
                </a:solidFill>
                <a:latin typeface="Arial"/>
              </a:rPr>
              <a:t>Minimum 75%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F6FEB"/>
                </a:solidFill>
                <a:latin typeface="Arial"/>
              </a:rPr>
              <a:t>attendance required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2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&amp; Today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Yesterday (Domain 1): kubeadm cluster bootstrap, CNI, cluster upgrade, HA etcd, Helm, Kustomize and RBAC.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This morning — Domain 1 tools: CRDs, Operators and the CRI/CNI/CSI extension interfaces.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Then Domain 2 (15%): Deployments, ConfigMaps, Secrets, HPA, self-healing and pod scheduling.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Late afternoon — Domain 3 start (20%): pod connectivity, Service types.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CRDs, Operators &amp; Extension Interfaces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Extend Kubernetes without patching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API EXTENSIBILITY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Custom Resource Definitions (CRDs)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A CRD registers a new object kind with the API server — creating, listing and deleting it just like built-in resources.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openAPIV3Schema in the CRD spec validates the custom resource at admission time.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kubectl api-resources lists all resources including custom ones (shows APIVERSION column).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An Operator pairs a CRD with a controller that encodes operational knowledge (install, upgrade, backup).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PLUGIN INTERFACES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CRI, CNI, CSI — The Plugin Interfaces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CRI (Container Runtime Interface): kubelet talks to containerd or CRI-O via a gRPC socket.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crictl is the low-level CRI client — use it when kubectl is unavailable because the API server is down.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CNI (Container Network Interface): /etc/cni/net.d/ configs + /opt/cni/bin/ binaries; called on every pod lifecycle event.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CSI (Container Storage Interface): kubectl get csidrivers and csinodes; StorageClass references a CSI provisioner.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2 · CRDS &amp; OPERATORS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CRDs and Operators: Schema Validation, cert-manager, Certificate Lifecycle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CRDs and Operators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Define a CRD with OpenAPI schema validation, create custom resources, install the cert-manager operator via Helm, and walk through the TLS certificate lifecycle. CKA tests working with CRDs and operator-managed resources.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Create AppDatabase CRD with enum/pattern/required validation, install cert-manager, create self-signed ClusterIssuer, request TLS Certificate, inspect resulting Secret.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cat &lt;&lt;'EOF' · kubectl apply · helm repo · » CRDs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CRDs and Operators: Schema Validation, cert-manager, Certificate Lifecycle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1 -- Define a CRD with schema validation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394959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394959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5303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cat &lt;&lt;'EOF' | kubectl apply -f -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apiVersion: apiextensions.k8s.io/v1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kind: CustomResourceDefinition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metadata: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name: appdatabases.storage.example.com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spec: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group: storage.example.com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versions: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 name: v1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served: true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storage: true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schema: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openAPIV3Schema: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  type: object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  properties: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    spec: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      type: object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      required: ['engine', 'storage']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      properties: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        engine: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          type: string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          enum: ['postgresql', 'mysql', 'redis']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scope: Namespaced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names: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plural: appdatabases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singular: appdatabase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kind: AppDatabase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EOF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CRDs and Operators: Schema Validation, cert-manager, Certificate Lifecycle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2 -- Create and query custom resources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2208276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22082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21168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apply -f - &lt;&lt;'EOF'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apiVersion: storage.example.com/v1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kind: AppDatabase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metadata: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name: my-postgres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spec: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engine: postgresql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storage: 20Gi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EOF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get appdatabases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describe adb my-postgres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466844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3 -- Install cert-manager via Helm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850892"/>
            <a:ext cx="10652760" cy="1083563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850892"/>
            <a:ext cx="82296" cy="108356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914900"/>
            <a:ext cx="10323576" cy="9921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helm repo add jetstack https://charts.jetstack.io &amp;&amp; helm repo update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helm install cert-manager jetstack/cert-manager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--namespace cert-manager --create-namespace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--version v1.15.0 --set installCRDs=true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get pods -n cert-manager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CRDs and Operators: Schema Validation, cert-manager, Certificate Lifecycle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4 -- Create ClusterIssuer and request certificate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183337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18333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17419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apply -f - &lt;&lt;'EOF'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apiVersion: cert-manager.io/v1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kind: ClusterIssuer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metadata: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name: selfsigned-issuer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spec: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selfSigned: {}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EOF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wait --for=condition=Ready clusterissuer/selfsigned-issuer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091940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CRDs extend the Kubernetes API with custom resource types. OpenAPI schema validation rejects invalid resources at the API server before they reach etcd.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CRDs and Operators: Schema Validation, cert-manager, Certificate Lifecycle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kubectl get appdatabases shows my-postgres. cert-manager pods are Running. ClusterIssuer is Ready. Invalid engine value (e.g. 'oracle') is rejected by the API server.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2 · CRI/CNI/CSI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Extension Interfaces: CRI (crictl), CNI (/etc/cni/net.d), CSI (kubectl get csidrivers)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CRI/CNI/CSI extension interfaces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Explore the three Kubernetes extension interfaces using native debugging tools: crictl for CRI, config file inspection for CNI, and kubectl for CSI drivers. Critical for troubleshooting pods stuck in ContainerCreating or volume mount failures.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Configure crictl.yaml, list containers/images with crictl, inspect CNI config, list CSI drivers, trace a pod network setup with veth pairs.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cat &lt;&lt;'EOF' · POD_ID=$(crictl pods · ls -la · kubectl get · » crictl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Extension Interfaces: CRI (crictl), CNI (/etc/cni/net.d), CSI (kubectl get csidrivers)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1 -- Configure and use crictl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1271016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12710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1179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cat &lt;&lt;'EOF' &gt; /etc/crictl.yaml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runtime-endpoint: unix:///run/containerd/containerd.sock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image-endpoint: unix:///run/containerd/containerd.sock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timeout: 10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EOF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crictl info &amp;&amp; crictl pods &amp;&amp; crictl ps &amp;&amp; crictl images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529584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2 -- Get container logs with crictl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913632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913632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977640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POD_ID=$(crictl pods --name coredns -q | head -1)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CONTAINER_ID=$(crictl ps --pod $POD_ID -q | head -1)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crictl logs --tail=20 $CONTAINER_ID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805172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3 -- Inspect CNI configuration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5189220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5189220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5253228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ls -la /etc/cni/net.d/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cat /etc/cni/net.d/10-calico.conflist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ls /opt/cni/bin/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Extension Interfaces: CRI (crictl), CNI (/etc/cni/net.d), CSI (kubectl get csidrivers)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4 -- Inspect CSI drivers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get csidrivers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get csinodes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get volumeattachments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crictl logs works even when kubectl is unavailable (API server down). CNI config: lowest-numbered file in /etc/cni/net.d/ is used. Missing CNI binary in /opt/cni/bin/ causes ContainerCreating to hang indefinitely.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Extension Interfaces: CRI (crictl), CNI (/etc/cni/net.d), CSI (kubectl get csidrivers)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crictl pods lists all running pods. CNI config file exists in /etc/cni/net.d/. kubectl get csidrivers returns available storage drivers.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Tea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0B981"/>
                </a:solidFill>
                <a:latin typeface="Arial"/>
              </a:rPr>
              <a:t>15 minutes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Deployments &amp; ReplicaSets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Desired-state workload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DESIRED 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Why Deployments?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A bare Pod is not rescheduled if it dies — you need a Deployment to maintain the desired count.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A Deployment manages a ReplicaSet, which manages Pods — the three-tier ownership chain.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kubectl scale changes replica count; kubectl set image triggers a rolling rollout.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Old ReplicaSets are retained for rollback (revisionHistoryLimit default 10); rollout undo reverts in one command.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OWNERSHIP 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Deployment → ReplicaSet → Pod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Deployment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You declare desired state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replicas + Pod template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Owns one active ReplicaSet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ReplicaSet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Keeps N Pods running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Hash-suffixed name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Self-heals deleted Pods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Pod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The running workload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Recreated if it dies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Never edited directly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2  ·  DEPLOYMENTS AND ROLLOUTS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Rolling Update — Old RS to New 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94560"/>
            <a:ext cx="4663440" cy="2194560"/>
          </a:xfrm>
          <a:prstGeom prst="roundRect">
            <a:avLst>
              <a:gd name="adj" fmla="val 5000"/>
            </a:avLst>
          </a:prstGeom>
          <a:solidFill>
            <a:srgbClr val="EAF1FE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94560"/>
            <a:ext cx="466344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304288"/>
            <a:ext cx="4443984" cy="2084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ReplicaSet v1 (old)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nginx:1.24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scales 3 to 0 gradually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old pods terminate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0" y="2194560"/>
            <a:ext cx="4663440" cy="219456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466344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76288" y="2304288"/>
            <a:ext cx="4443984" cy="2084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ReplicaSet v2 (new)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nginx:1.25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scales 0 to 3 gradually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takes over traffic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577840" y="3108960"/>
            <a:ext cx="1097280" cy="365760"/>
          </a:xfrm>
          <a:prstGeom prst="rightArrow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2103120"/>
            <a:ext cx="16459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kubectl set image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943600"/>
            <a:ext cx="10652760" cy="50292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5943600"/>
            <a:ext cx="10149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Old ReplicaSet scales down as the new one scales up — </a:t>
            </a:r>
            <a:r>
              <a:rPr sz="1300" b="1">
                <a:solidFill>
                  <a:srgbClr val="161B26"/>
                </a:solidFill>
                <a:latin typeface="Arial"/>
              </a:rPr>
              <a:t>maxSurge</a:t>
            </a:r>
            <a:r>
              <a:rPr sz="1300" b="0">
                <a:solidFill>
                  <a:srgbClr val="5B6372"/>
                </a:solidFill>
                <a:latin typeface="Arial"/>
              </a:rPr>
              <a:t> / </a:t>
            </a:r>
            <a:r>
              <a:rPr sz="1300" b="1">
                <a:solidFill>
                  <a:srgbClr val="161B26"/>
                </a:solidFill>
                <a:latin typeface="Arial"/>
              </a:rPr>
              <a:t>maxUnavailable</a:t>
            </a:r>
            <a:r>
              <a:rPr sz="1300" b="0">
                <a:solidFill>
                  <a:srgbClr val="5B6372"/>
                </a:solidFill>
                <a:latin typeface="Arial"/>
              </a:rPr>
              <a:t> control speed. rollout undo reverts in one step.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2 · DEPLOYMENTS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Deployments and Rollouts: Rolling Update, Bad Image, rollout undo, pause/resume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Deployments and rollouts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Create a Deployment, perform a rolling update, deliberately introduce a broken image to trigger a failed rollout, roll back using kubectl rollout undo, and use pause/resume to batch multiple changes. Mastering kubectl rollout subcommands is essential for the 15% Workloads &amp; Scheduling domain.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Create 4-replica nginx Deployment, update to new image, break it with invalid tag, rollback, roll back to specific revision, pause/resume.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kubectl create · kubectl set · kubectl rollout · » Rolling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Deployments and Rollouts: Rolling Update, Bad Image, rollout undo, pause/resume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1 -- Create and expose Deployment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create deployment webapp --image=nginx:1.25 --replicas=4 --port=80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expose deployment webapp --port=80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rollout history deployment webapp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2 -- Perform a rolling update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351276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51276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415284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set image deployment/webapp webapp=nginx:1.27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annotate deployment webapp kubernetes.io/change-cause='upgrade to nginx:1.27'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rollout status deployment webapp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242816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3 -- Simulate a broken rollout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626864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626864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690872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set image deployment/webapp webapp=nginx:does-not-exist-999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get pods -l app=webapp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Old pods Running; new pod ImagePullBackOff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Deployments and Rollouts: Rolling Update, Bad Image, rollout undo, pause/resume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4 -- Roll back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rollout undo deployment webapp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rollout status deployment webapp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rollout undo deployment webapp --to-revision=1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5 -- Pause and resume a rollout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351276"/>
            <a:ext cx="10652760" cy="1083563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51276"/>
            <a:ext cx="82296" cy="108356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415284"/>
            <a:ext cx="10323576" cy="9921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set image deployment/webapp webapp=nginx:1.27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rollout pause deployment webapp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set resources deployment webapp --containers=webapp --requests=cpu=100m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rollout resume deployment webapp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rollout status deployment webapp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17719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Rolling updates are safe: broken image stalls rollout without taking down healthy pods. kubectl rollout undo creates a NEW revision -- the counter always grows.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Deployments and Rollouts: Rolling Update, Bad Image, rollout undo, pause/resume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kubectl rollout history shows multiple revisions. After rollback all pods run previous image. Service continues responding during the bad image period.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Lunch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1 hour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ConfigMaps &amp; Secrets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Decouple configuration from container images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ConfigMaps — Non-secret Config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A ConfigMap holds non-sensitive key/value data; create with --from-literal, --from-file or --from-env-file.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Inject one key with configMapKeyRef, all keys with envFrom: configMapRef, or mount as a file volume.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Volume-mounted ConfigMaps update live (~60 s); env-var injections are fixed at Pod startup.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Keep configuration out of the image so the same image runs unchanged in every environment.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SECRETS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Secrets — Sensitive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Secrets work like ConfigMaps but values are base64-encoded and access is gated by RBAC.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Types: generic (Opaque), kubernetes.io/tls and kubernetes.io/dockerconfigjson.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Inject with envFrom: secretRef (all keys) or secretKeyRef (one key); mount with defaultMode: 0400.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Base64 is encoding, not encryption — enable encryption at rest and restrict access with RBAC.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2 · CONFIGMAPS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ConfigMaps: 3 Creation Methods, envFrom, Volume Mount, Live Update Semantics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ConfigMaps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Create ConfigMaps using three methods (literal, file, YAML manifest), inject via envFrom and env.valueFrom, mount as volumes with custom filenames and permissions, and demonstrate the live-update behavior difference. Understanding live vs static updates is a tested CKA concept.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Create app-config from literals, file-config from files, manifest-config from YAML. Test envFrom with prefix, selective keys, volume mount, subPath, and live update.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kubectl create · envFrom: · volumeMounts: · kubectl patch · » CRITICAL: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ConfigMaps: 3 Creation Methods, envFrom, Volume Mount, Live Update Semantics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1 -- Create ConfigMap three ways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1083563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108356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9921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create configmap app-config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--from-literal=APP_ENV=production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--from-literal=LOG_LEVEL=info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create configmap file-config --from-file=/tmp/nginx.conf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get configmap app-config -o yaml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42131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2 -- Inject with envFrom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726179"/>
            <a:ext cx="10652760" cy="1271016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726179"/>
            <a:ext cx="82296" cy="12710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790187"/>
            <a:ext cx="10323576" cy="1179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Pod spec: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envFrom: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- configMapRef: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name: app-config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prefix: 'CONFIG_'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exec envfrom-pod -- env | grep CONFIG_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ConfigMaps: 3 Creation Methods, envFrom, Volume Mount, Live Update Semantics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3 -- Mount as volume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2020824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20208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1929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Pod spec: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volumeMounts: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- name: config-vol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mountPath: /config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volumes: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- name: config-vol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configMap: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name: app-config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exec volume-mount-pod -- ls /config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exec volume-mount-pod -- cat /config/LOG_LEVEL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279392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4 -- Live update semantics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663440"/>
            <a:ext cx="10652760" cy="1271016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663440"/>
            <a:ext cx="82296" cy="12710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727448"/>
            <a:ext cx="10323576" cy="1179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patch configmap app-config --type=merge -p '{"data":{"LOG_LEVEL":"debug"}}'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sleep 90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exec volume-mount-pod -- cat /config/LOG_LEVEL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debug -- updated live!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exec envfrom-pod -- env | grep LOG_LEVEL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info -- NOT updated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ConfigMaps: 3 Creation Methods, envFrom, Volume Mount, Live Update Semantics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CRITICAL: Volume-mounted ConfigMaps update automatically (1-2 min delay). Env vars and subPath mounts require pod restart to pick up changes.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ConfigMaps: 3 Creation Methods, envFrom, Volume Mount, Live Update Semantics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volume-mount-pod shows updated LOG_LEVEL=debug after ConfigMap patch. envfrom-pod still shows LOG_LEVEL=info (not live-updated).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2 · SECRETS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Secrets: generic/tls/docker-registry, Env Inject, tmpfs Mount defaultMode 0400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Secrets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Create secrets of three types (generic, TLS, docker-registry), inject via environment variables and volume mounts backed by tmpfs, and apply restrictive permissions with defaultMode 0400. Understand that Secrets are base64-encoded but NOT encrypted by default.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Create db-credentials (generic), webapp-tls (TLS with openssl), registry secret. Mount with defaultMode 0400, verify tmpfs, decode with base64 -d.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kubectl create · openssl req · volumes: · » Secrets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Secrets: generic/tls/docker-registry, Env Inject, tmpfs Mount defaultMode 0400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1 -- Create and decode generic secret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1271016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12710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1179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create secret generic db-credentials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--from-literal=DB_USER=admin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--from-literal=DB_PASSWORD=SuperSecret123!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get secret db-credentials -o yaml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get secret db-credentials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-o jsonpath='{.data.DB_PASSWORD}' | base64 -d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529584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2 -- Create TLS secret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913632"/>
            <a:ext cx="10652760" cy="89611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913632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977640"/>
            <a:ext cx="103235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openssl req -x509 -nodes -newkey rsa:2048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-keyout /tmp/tls.key -out /tmp/tls.crt -days 365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-subj '/CN=webapp.example.com'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create secret tls webapp-tls --cert=/tmp/tls.crt --key=/tmp/tls.key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Secrets: generic/tls/docker-registry, Env Inject, tmpfs Mount defaultMode 0400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3 -- Mount as tmpfs with defaultMode 0400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2020824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20208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1929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Pod spec volumes: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volumes: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- name: secret-vol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secret: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secretName: db-credentials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defaultMode: 0400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exec secret-volume-pod -- ls -la /secrets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-r-------- files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exec secret-volume-pod -- df -h /secrets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tmpfs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279392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Secrets are base64-encoded (NOT encrypted). Enable etcd encryption at rest for actual security. tmpfs means secrets are never written to node disk. echo -n is critical -- without -n, trailing newline corrupts the base64 value.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Secrets: generic/tls/docker-registry, Env Inject, tmpfs Mount defaultMode 0400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Secret files have permissions -r-------- (0400). df -h /secrets shows tmpfs. base64 -d decodes the password correctly. TLS secret type is kubernetes.io/tls.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Tea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0B981"/>
                </a:solidFill>
                <a:latin typeface="Arial"/>
              </a:rPr>
              <a:t>15 minutes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HPA &amp; Self-Healing Workloads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Autoscaling and resilient workload patterns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AUTOSCALING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Horizontal Pod Autoscaler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HPA watches metrics-server and adjusts the Deployment replica count to hit a target CPU/memory %.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Pods must have resources.requests defined for HPA to calculate a utilisation ratio.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Scale-out is fast; scale-in has a stabilisation window (~5 min) to prevent thrashing.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Create with: kubectl autoscale deployment &lt;name&gt; --min=2 --max=10 --cpu-percent=50.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2  ·  HPA AND METRICS-SERVER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Horizontal Pod Autoscaler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468880"/>
            <a:ext cx="3063240" cy="1737360"/>
          </a:xfrm>
          <a:prstGeom prst="roundRect">
            <a:avLst>
              <a:gd name="adj" fmla="val 5000"/>
            </a:avLst>
          </a:prstGeom>
          <a:solidFill>
            <a:srgbClr val="EAF1FE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468880"/>
            <a:ext cx="306324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578608"/>
            <a:ext cx="2843784" cy="1627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metrics-server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scrapes kubelet cAdvisor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serves metrics.k8s.io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840480" y="3136392"/>
            <a:ext cx="731520" cy="402336"/>
          </a:xfrm>
          <a:prstGeom prst="rightArrow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2157984"/>
            <a:ext cx="11887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observed usage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2468880"/>
            <a:ext cx="3063240" cy="173736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2468880"/>
            <a:ext cx="306324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81728" y="2578608"/>
            <a:ext cx="2843784" cy="1627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HPA controller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reads current CPU/mem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computes desired replicas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635240" y="3136392"/>
            <a:ext cx="731520" cy="402336"/>
          </a:xfrm>
          <a:prstGeom prst="rightArrow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0" y="2157984"/>
            <a:ext cx="11887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scales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66760" y="2468880"/>
            <a:ext cx="306324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76488" y="2468880"/>
            <a:ext cx="2843784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Deployment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replicas adjusted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scale-out and scale-in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5943600"/>
            <a:ext cx="10652760" cy="50292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5943600"/>
            <a:ext cx="10149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HPA requires </a:t>
            </a:r>
            <a:r>
              <a:rPr sz="1300" b="1">
                <a:solidFill>
                  <a:srgbClr val="161B26"/>
                </a:solidFill>
                <a:latin typeface="Arial"/>
              </a:rPr>
              <a:t>resources.requests</a:t>
            </a:r>
            <a:r>
              <a:rPr sz="1300" b="0">
                <a:solidFill>
                  <a:srgbClr val="5B6372"/>
                </a:solidFill>
                <a:latin typeface="Arial"/>
              </a:rPr>
              <a:t> on the Deployment. Scale-in waits ~5 min (stabilization window).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RESILIENCE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Self-Healing Primitives (DaemonSet, StatefulSet)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Liveness probe: restarts the container when it hangs or deadlocks (httpGet / tcpSocket / exec).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Readiness probe: removes the pod from Service endpoints until it can serve traffic — no restart.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DaemonSet: schedules exactly one pod per matching node — for log collectors, CNI agents, node exporters.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StatefulSet: stable names (db-0, db-1), ordered start/stop, volumeClaimTemplates — for databases and queues.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2 · HPA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HPA v2: metrics-server, HorizontalPodAutoscaler, Load Test, Watch Scale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Horizontal Pod Autoscaling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Install metrics-server to provide CPU metrics, create an HPA using autoscaling/v2 API, generate CPU load, and watch the HPA scale up then back down. HPA requires resource requests on containers; without them, utilization cannot be calculated.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Install metrics-server (with --kubelet-insecure-tls patch), create HPA targeting 50% CPU, run stress test, watch scale-up, wait for scale-down.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kubectl apply · kubectl create · kubectl autoscale · kubectl run · » HPA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HPA v2: metrics-server, HorizontalPodAutoscaler, Load Test, Watch Scale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1 -- Install metrics-server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89611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apply -f https://github.com/kubernetes-sigs/metrics-server/releases/latest/download/components.yaml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patch deployment metrics-server -n kube-system --type=json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-p='[{"op":"add","path":"/spec/template/spec/containers/0/args/-","value":"--kubelet-insecure-tls"}]'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until kubectl top node 2&gt;/dev/null; do echo 'waiting...'; sleep 5; done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15468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2 -- Deployment with resource requests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53872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53872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602736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create deployment cpu-app --image=nginx --replicas=1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set resources deployment cpu-app --containers=nginx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--requests=cpu=100m --limits=cpu=500m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43026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3 -- Create HPA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814316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814316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878324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autoscale deployment cpu-app --min=1 --max=10 --cpu-percent=50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get hpa &amp;&amp; kubectl describe hpa cpu-app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HPA v2: metrics-server, HorizontalPodAutoscaler, Load Test, Watch Scale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4 -- Generate load and watch scaling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89611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run load-gen --image=busybox --restart=Never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-- sh -c 'while true; do wget -q -O- http://cpu-app; done'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get hpa cpu-app -w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get pods -w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154680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HPA requires resource requests -- without them metrics-server cannot calculate % utilization. Scale-down has a 5-minute cooldown by default.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HPA v2: metrics-server, HorizontalPodAutoscaler, Load Test, Watch Scale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kubectl get hpa shows non-zero CPU% and increasing replicas under load. After removing load-gen, replicas scale back to 1 within 5-10 minutes.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2 · SELF-HEALING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Self-Healing: Liveness/Readiness Probes, ReplicaSet, DaemonSet, StatefulSet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Self-healing workloads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Configure liveness and readiness probes to control container health, demonstrate ReplicaSet self-healing when pods are manually deleted, deploy a DaemonSet that runs one pod per node, and create a StatefulSet with stable network identity.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Deploy pod with httpGet liveness probe, show ReplicaSet maintains desired count, deploy nginx DaemonSet, create StatefulSet with volumeClaimTemplates.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cat &lt;&lt;'EOF' · readinessProbe: · kubectl create · » Liveness: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Self-Healing: Liveness/Readiness Probes, ReplicaSet, DaemonSet, StatefulSet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1 -- Liveness probe: httpGet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352044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3520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342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cat &lt;&lt;'EOF' | kubectl apply -f -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apiVersion: v1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kind: Pod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metadata: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name: liveness-http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spec: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containers: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 name: webapp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image: nginx:alpine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livenessProbe: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httpGet: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  path: 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  port: 80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initialDelaySeconds: 5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periodSeconds: 10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failureThreshold: 3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EOF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get pod liveness-http -w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Self-Healing: Liveness/Readiness Probes, ReplicaSet, DaemonSet, StatefulSet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2 -- Readiness probe blocks traffic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1271016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12710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1179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Readiness probe -- pod not added to Service endpoints until probe passes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readinessProbe: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httpGet: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path: /ready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port: 8080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initialDelaySeconds: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529584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3 -- ReplicaSet self-healing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913632"/>
            <a:ext cx="10652760" cy="89611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913632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977640"/>
            <a:ext cx="103235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create deployment selfheal --image=nginx --replicas=3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delete pod -l app=selfheal --force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get pods -l app=selfheal -w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New pods created immediately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Self-Healing: Liveness/Readiness Probes, ReplicaSet, DaemonSet, StatefulSet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4 -- DaemonSet: one pod per node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4082796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40827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39913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cat &lt;&lt;'EOF' | kubectl apply -f -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apiVersion: apps/v1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kind: DaemonSet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metadata: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name: node-monitor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spec: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selector: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matchLabels: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app: node-monitor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template: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metadata: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labels: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  app: node-monitor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spec: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containers: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- name: monitor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  image: busybox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  command: ['sleep', '3600']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EOF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get daemonset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get pods -l app=node-monitor -o wide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Self-Healing: Liveness/Readiness Probes, ReplicaSet, DaemonSet, StatefulSet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Liveness: fail -&gt; container restart. Readiness: fail -&gt; removed from Service endpoints. DaemonSet automatically places one pod per node, including newly joined nodes.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Self-Healing: Liveness/Readiness Probes, ReplicaSet, DaemonSet, StatefulSet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Pod restarts when liveness probe fails. kubectl delete pod does not reduce ReplicaSet count. DaemonSet has exactly one pod per node.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Pod Scheduling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Taints, tolerations, node affinity and resource requests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WHERE PODS LAND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Scheduling Controls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nodeSelector is the simplest control — schedule only on nodes with matching key=value labels.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Taints repel pods without a matching toleration; effects are NoSchedule, PreferNoSchedule and NoExecute.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nodeAffinity allows required (hard) and preferred (soft) constraints using In/NotIn/Exists operators.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resources.requests tell the scheduler how much CPU/memory a pod needs; limits cap consumption at runtime.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2  ·  SCHEDULING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Pod Scheduling Controls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965960"/>
            <a:ext cx="10652760" cy="10789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965960"/>
            <a:ext cx="109728" cy="10789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65960"/>
            <a:ext cx="384048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nodeSelector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spec.nodeSelector: {gpu: 'true'}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074920" y="2340864"/>
            <a:ext cx="640080" cy="329184"/>
          </a:xfrm>
          <a:prstGeom prst="rightArrow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89320" y="1965960"/>
            <a:ext cx="534924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Schedules only on nodes with matching labels — simplest scheduling control.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163824"/>
            <a:ext cx="10652760" cy="10789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163824"/>
            <a:ext cx="109728" cy="10789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163824"/>
            <a:ext cx="384048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Taints &amp; Tolerations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kubectl taint node &lt;n&gt; key=val:NoSchedule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074920" y="3538728"/>
            <a:ext cx="640080" cy="329184"/>
          </a:xfrm>
          <a:prstGeom prst="rightArrow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89320" y="3163824"/>
            <a:ext cx="534924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Node repels pods without a matching toleration. NoExecute also evicts running pods.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361688"/>
            <a:ext cx="10652760" cy="10789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361688"/>
            <a:ext cx="109728" cy="10789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361688"/>
            <a:ext cx="384048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nodeAffinity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requiredDuringSchedulingIgnoredDuringExecution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074920" y="4736592"/>
            <a:ext cx="640080" cy="329184"/>
          </a:xfrm>
          <a:prstGeom prst="rightArrow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89320" y="4361688"/>
            <a:ext cx="534924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Hard (required) or soft (preferred) rules. Operators: In / NotIn / Exists / Gt / Lt.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486400"/>
            <a:ext cx="10652760" cy="384048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5486400"/>
            <a:ext cx="101498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Also: </a:t>
            </a:r>
            <a:r>
              <a:rPr sz="1200" b="0">
                <a:solidFill>
                  <a:srgbClr val="161B26"/>
                </a:solidFill>
                <a:latin typeface="Arial"/>
              </a:rPr>
              <a:t>podAffinity / podAntiAffinity</a:t>
            </a:r>
            <a:r>
              <a:rPr sz="1200" b="0">
                <a:solidFill>
                  <a:srgbClr val="161B26"/>
                </a:solidFill>
                <a:latin typeface="Arial"/>
              </a:rPr>
              <a:t>  ·  resources.requests</a:t>
            </a:r>
            <a:r>
              <a:rPr sz="1200" b="0">
                <a:solidFill>
                  <a:srgbClr val="5B6372"/>
                </a:solidFill>
                <a:latin typeface="Arial"/>
              </a:rPr>
              <a:t> drive scheduling  ·  </a:t>
            </a:r>
            <a:r>
              <a:rPr sz="1200" b="0">
                <a:solidFill>
                  <a:srgbClr val="161B26"/>
                </a:solidFill>
                <a:latin typeface="Arial"/>
              </a:rPr>
              <a:t>priorityClass</a:t>
            </a:r>
            <a:r>
              <a:rPr sz="1200" b="0">
                <a:solidFill>
                  <a:srgbClr val="161B26"/>
                </a:solidFill>
                <a:latin typeface="Arial"/>
              </a:rPr>
              <a:t> pre-empts lower-priority pods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2 · SCHEDULING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Scheduling: nodeSelector, Node Affinity, Taints + Tolerations, Resource Requests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Scheduling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Control pod placement using nodeSelector for simple label matching, node affinity for flexible required/preferred placement rules, taints to repel pods from nodes, and tolerations to allow specific pods through taints.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Label nodes, create pod with nodeSelector, add required/preferred node affinity, taint a node (NoSchedule), add toleration, demonstrate resource-based scheduling.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kubectl label · kubectl taint · » Taint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Scheduling: nodeSelector, Node Affinity, Taints + Tolerations, Resource Requests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1 -- nodeSelector: simple label matching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277063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27706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2679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label node worker01 disk=ssd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cat &lt;&lt;'EOF' | kubectl apply -f -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apiVersion: v1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kind: Pod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metadata: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name: ssd-pod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spec: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nodeSelector: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disk: ssd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containers: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 name: app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image: nginx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EOF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get pod ssd-pod -o wide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Scheduling: nodeSelector, Node Affinity, Taints + Tolerations, Resource Requests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2 -- Node Affinity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requiredDuringSchedulingIgnoredDuringExecution: hard constraint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preferredDuringSchedulingIgnoredDuringExecution: soft preference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Check: kubectl get pod affinity-pod -o wide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3 -- Taints and Tolerations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351276"/>
            <a:ext cx="10652760" cy="2020824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51276"/>
            <a:ext cx="82296" cy="20208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415284"/>
            <a:ext cx="10323576" cy="1929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taint node worker01 special=gpu:NoSchedule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run blocked --image=nginx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get pod blocked -o wide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Stays Pending -- no toleration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Add toleration: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tolerations: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- key: special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operator: Equal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value: gpu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effect: NoSchedule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Scheduling: nodeSelector, Node Affinity, Taints + Tolerations, Resource Requests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4 -- Remove taint and clean up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taint node worker01 special=gpu:NoSchedule-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get pods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5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Taint effects: NoSchedule (hard reject), PreferNoSchedule (soft reject), NoExecute (evict existing pods). Tolerations do NOT guarantee placement on the tainted node.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Scheduling: nodeSelector, Node Affinity, Taints + Tolerations, Resource Requests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nodeSelector pod lands on worker01 (disk=ssd). Tainted node rejects pods without toleration. Pod with matching toleration schedules on the tainted node.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Pod Connectivity &amp;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How Pods communicate and are exposed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NETWORKING BASICS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Pod-to-Pod Connectivity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Every pod gets a unique IP from the pod CIDR; all pods can reach each other without NAT (flat network).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The CNI plugin implements this — without it, cross-node pod traffic fails.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Pod IPs are ephemeral — use a Service for stable addressing across restarts and scaling.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kubectl exec &lt;pod&gt; -- curl &lt;podIP&gt;:&lt;port&gt; verifies direct pod-level connectivity bypassing the Service.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 ·  CLUSTERIP  NODEPORT  LOADBALANCER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Service Types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965960"/>
            <a:ext cx="10652760" cy="10789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965960"/>
            <a:ext cx="109728" cy="10789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65960"/>
            <a:ext cx="384048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ClusterIP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default — virtual IP only inside cluster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074920" y="2340864"/>
            <a:ext cx="640080" cy="329184"/>
          </a:xfrm>
          <a:prstGeom prst="rightArrow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89320" y="1965960"/>
            <a:ext cx="534924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stable DNS + VIP for pod-to-pod; not reachable from outside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163824"/>
            <a:ext cx="10652760" cy="10789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163824"/>
            <a:ext cx="109728" cy="10789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163824"/>
            <a:ext cx="384048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NodePort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exposes port 30000-32767 on every node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074920" y="3538728"/>
            <a:ext cx="640080" cy="329184"/>
          </a:xfrm>
          <a:prstGeom prst="rightArrow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89320" y="3163824"/>
            <a:ext cx="534924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external access without a cloud LB; good for bare-metal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361688"/>
            <a:ext cx="10652760" cy="10789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361688"/>
            <a:ext cx="109728" cy="10789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361688"/>
            <a:ext cx="384048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LoadBalancer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provisions cloud/MetalLB external IP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074920" y="4736592"/>
            <a:ext cx="640080" cy="329184"/>
          </a:xfrm>
          <a:prstGeom prst="rightArrow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89320" y="4361688"/>
            <a:ext cx="534924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production external access; builds on NodePort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943600"/>
            <a:ext cx="10652760" cy="50292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5943600"/>
            <a:ext cx="10149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kubectl get endpoints &lt;svc&gt;</a:t>
            </a:r>
            <a:r>
              <a:rPr sz="1300" b="0">
                <a:solidFill>
                  <a:srgbClr val="5B6372"/>
                </a:solidFill>
                <a:latin typeface="Arial"/>
              </a:rPr>
              <a:t> — verify the Service is selecting the right pods.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2 · POD CONNECTIVITY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Pod Connectivity: Flat Pod Network, ping, curl, DNS Discovery, netshoot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Pod networking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Verify pod-to-pod communication using ping and curl, test DNS-based service discovery, trace network paths with traceroute, and use nicolaka/netshoot as a network debugging toolkit. Pod networking fundamentals are the foundation for the 20% Services &amp; Networking domain.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Deploy server-pod and client-pod, ping by Pod IP, curl by Service DNS name, nslookup kubernetes.default, traceroute between pods.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kubectl run · SERVER_IP=$(kubectl get · kubectl exec · » DNS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Pod Connectivity: Flat Pod Network, ping, curl, DNS Discovery, netshoot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1 -- Deploy test pods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89611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run server-pod --image=nginx --labels='role=server'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expose pod server-pod --port=80 --name=server-svc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run client-pod --image=nicolaka/netshoot --command -- sleep 3600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get pods -o wide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15468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2 -- Ping by Pod IP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53872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53872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602736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SERVER_IP=$(kubectl get pod server-pod -o jsonpath='{.status.podIP}')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exec client-pod -- ping -c 4 $SERVER_IP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242815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3 -- DNS-based service discovery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626863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626863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690871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exec client-pod -- curl -s http://server-svc.default.svc.cluster.local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exec client-pod -- nslookup kubernetes.default.svc.cluster.local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exec client-pod -- cat /etc/resolv.conf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Pod Connectivity: Flat Pod Network, ping, curl, DNS Discovery, netshoot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4 -- Network debugging with netshoot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exec client-pod -- traceroute $SERVER_IP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exec client-pod -- dig server-svc.default.svc.cluster.local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exec client-pod -- ss -tulpn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DNS pattern: &lt;service&gt;.&lt;namespace&gt;.svc.cluster.local. nicolaka/netshoot includes ping, curl, dig, traceroute, nmap, tshark, tcpdump.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Pod Connectivity: Flat Pod Network, ping, curl, DNS Discovery, netshoot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Ping to server-pod IP returns 0% loss. curl to service DNS returns nginx HTML. nslookup kubernetes.default resolves to the ClusterIP of the kubernetes service.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2 · SERVICE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Service Types: ClusterIP, NodePort, LoadBalancer (MetalLB), EndpointSlices, Selector Debug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Service types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Create and test all three primary service types -- ClusterIP, NodePort, and LoadBalancer with MetalLB -- inspect EndpointSlice objects, and debug selector mismatches that cause services to have no endpoints. Service types are heavily tested (20% CKA domain).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Create ClusterIP, NodePort with custom port, inspect EndpointSlices, create service with wrong selector and debug/fix 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kubectl create · kubectl expose · » EndpointSlices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Service Types: ClusterIP, NodePort, LoadBalancer (MetalLB), EndpointSlices, Selector Debug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1 -- ClusterIP service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89611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create deployment webapp --image=nginx --replicas=3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expose deployment webapp --port=80 --type=ClusterIP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get svc webapp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get endpointslices -l kubernetes.io/service-name=webapp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15468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2 -- NodePort service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53872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53872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602736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expose deployment webapp --port=80 --type=NodePort --name=webapp-np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NODE_PORT=$(kubectl get svc webapp-np -o jsonpath='{.spec.ports[0].nodePort}')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echo "NodePort: $NODE_PORT"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Service Types: ClusterIP, NodePort, LoadBalancer (MetalLB), EndpointSlices, Selector Debug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3 -- Debug: selector mismatch causing no endpoints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145846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145846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13670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Create service with wrong selector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expose deployment webapp --port=80 --name=broken-svc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patch svc broken-svc -p '{"spec":{"selector":{"app":"wrong"}}}'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get endpoints broken-svc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&lt;none&gt; -- no matching pods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Fix: correct the selector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patch svc broken-svc -p '{"spec":{"selector":{"app":"webapp"}}}'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717035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EndpointSlices replace Endpoints in Kubernetes v1.21+. A service with no endpoints usually means a selector label mismatch. Compare: kubectl describe svc vs kubectl get pods --show-labels.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Service Types: ClusterIP, NodePort, LoadBalancer (MetalLB), EndpointSlices, Selector Debug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ClusterIP routes traffic to all 3 pods. NodePort is accessible from node IP. broken-svc has no endpoints; fixing selector restores them immediately.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Day 2 done — workloads, scheduling and basic services.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38912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Tomorrow: Ingress, Gateway API, NetworkPolicy, Storage and Troubleshooting.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