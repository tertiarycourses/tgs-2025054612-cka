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Administrator (CKA)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TGS-2025054612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4  (½ 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Monitoring, Service Networking &amp; 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Domain 5 final — Labs 29–31  ·  Then: 12PM lunch · 1PM mock exam · 3:30PM tea · 3:45PM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4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Three days of training done — Cluster Architecture, Workloads, Networking, Storage and Troubleshooting.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This morning — Domain 5 final: monitoring cluster usage, service networking triage, RBAC &amp; scheduling failures.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Labs 29–31 complete the 31-lab CKA curriculum.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From 1:00 PM — mock-exam practice on Killercoda; final written assessment from 3:45 PM.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Monitoring Cluster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metrics-server, kubectl top and cluster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Cluster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metrics-server scrapes each kubelet's cAdvisor and exposes the aggregated Metrics API (metrics.k8s.io).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top nodes and kubectl top pods show live CPU and memory; --sort-by=cpu/memory ranks results.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get events --sort-by=.lastTimestamp -A provides a ~1-hour cluster-wide event timeline.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describe node shows capacity vs allocatable vs requested — essential for scheduling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 Cluster and Application Usage: kubectl top, Events, Metrics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Monitoring and observability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kubectl top to check CPU and memory usage for nodes and pods, inspect cluster events to identify recent warnings, and understand how metrics flow from cAdvisor through metrics-server to kubectl top and HPA.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metrics-server, run kubectl top node and kubectl top pod (sorted by CPU/memory), inspect kubectl get events, use kubectl describe to surface warning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apply · kubectl top · kubectl get · »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 Cluster and Application Usage: kubectl top, Events, Metrics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Install metrics-server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https://github.com/kubernetes-sigs/metrics-server/releases/latest/download/components.yaml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-n kube-system patch deploy metrics-server --type=json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-p='[{"op":"add","path":"/spec/template/spec/containers/0/args/-","value":"--kubelet-insecure-tls"}]'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until kubectl top node 2&gt;/dev/null; do echo 'waiting...'; sleep 5;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Resource usage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top node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top pod -A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top pod -A --sort-by=cpu | head -10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top pod -A --sort-by=memory | head 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Cluster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0176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500176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506577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events -A --sort-by='.lastTimestamp'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events -A --field-selector type=Warning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node worker01 | grep -A20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 Cluster and Application Usage: kubectl top, Events, Metrics Pipeline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Metrics pipeline raw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--raw '/apis/metrics.k8s.io/v1beta1/nodes' | python3 -m json.tool | head 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2324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Metrics flow: cAdvisor (per node) -&gt; kubelet Summary API -&gt; metrics-server -&gt; kubectl top + HPA. kubectl top requires metrics-server. Events are the first place to look when a pod fails to 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 Cluster and Application Usage: kubectl top, Events, Metrics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top node shows CPU and memory for all nodes. kubectl get events shows Warning events. Metrics API returns JSON with per-node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 Networking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Diagnose broken Services, DNS and kube-proxy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SERVICE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Connectivity Debugging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Empty Endpoints (kubectl get endpoints &lt;svc&gt;) almost always means a selector/label mismatch.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DNS failure: exec into a pod and run nslookup &lt;service&gt;; check CoreDNS pods are Running.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kube-proxy programs iptables/IPVS rules — if it crashes, ClusterIP traffic stops routing.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Bypass the Service to isolate it: curl http://&lt;podIP&gt;:&lt;containerPort&gt; from another pod.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5  ·  BROKEN SERVICE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Connectivity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1065276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64208"/>
            <a:ext cx="91440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64208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DNS resolves?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664208"/>
            <a:ext cx="7040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kubectl exec probe -- nslookup &lt;svc&gt;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755648"/>
            <a:ext cx="19050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1065276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350008"/>
            <a:ext cx="9144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350008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Service has endpoints?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50008"/>
            <a:ext cx="7040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kubectl get endpoints &lt;svc&gt;  — non-empty?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2441448"/>
            <a:ext cx="19050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035808"/>
            <a:ext cx="1065276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035808"/>
            <a:ext cx="91440" cy="594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035808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Selector matches labels?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035808"/>
            <a:ext cx="7040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svc.spec.selector == pod.metadata.labels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127248"/>
            <a:ext cx="19050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721608"/>
            <a:ext cx="1065276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721608"/>
            <a:ext cx="9144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721608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targetPort matches?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721608"/>
            <a:ext cx="7040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svc.spec.ports[].targetPort == containerPort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3813048"/>
            <a:ext cx="19050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407408"/>
            <a:ext cx="1065276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407408"/>
            <a:ext cx="91440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407408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Pod IP reachable?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407408"/>
            <a:ext cx="7040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curl http://&lt;podIP&gt;:&lt;port&gt;  — bypasses 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4498848"/>
            <a:ext cx="19050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" y="5093208"/>
            <a:ext cx="1065276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093208"/>
            <a:ext cx="91440" cy="594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093208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NetworkPolicy blocking?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5093208"/>
            <a:ext cx="7040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kubectl get netpol -n &lt;ns&gt;  — check podSelector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5184648"/>
            <a:ext cx="19050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5276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779008"/>
            <a:ext cx="9144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779008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kube-proxy alive?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5779008"/>
            <a:ext cx="7040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kubectl -n kube-system get pods -l k8s-app=kube-proxy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5870448"/>
            <a:ext cx="19050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SERVICE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 Networking: DNS, Service Selector, Endpoints, CNI, 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Network troubleshooting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Follow a structured 7-step triage chain for Kubernetes networking failures: DNS -&gt; Service selector -&gt; Endpoints -&gt; CNI -&gt; NetworkPolicy -&gt; kube-proxy -&gt; routing. CKA 2026 tests this methodical approach in multi-step troubleshooting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Deploy baseline app, break DNS by patching CoreDNS, break service selector, block traffic with NetworkPolicy, fix each layer and verify restoration.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create · kubectl exec · kubectl get · » Always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 Networking: DNS, Service Selector, Endpoints, CNI, 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1 -- Deploy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deployment app --image=nginx --replicas=2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expose deploy app --port=80 --name=app-svc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run dbg --image=nicolaka/netshoot --command -- sleep 3600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dbg -- curl -s http://app-svc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2 -- Layer 1: DNS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dbg -- nslookup app-svc.default.svc.cluster.local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-n kube-system get pods -l k8s-app=kube-dns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-n kube-system logs -l k8s-app=kube-dns | tail 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3 -- Layer 2: Service and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svc app-svc -o yaml | grep selector -A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endpoints app-svc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--show-labels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Empty endpoints = selector mismatch -- compare and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 Networking: DNS, Service Selector, Endpoints, CNI, NetworkPolicy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4 -- Layers 3-7: CNI, NetworkPolicy, kube-proxy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-o wide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Check pod IPs assigned (CNI OK)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networkpolicy -A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Check for blocking policies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-n kube-system get pods -l k8s-app=kube-proxy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Always start with DNS -- 80% of Kubernetes networking problems are DNS. If DNS works but curl fails: check Service selector vs pod labels. If endpoints exist but curl fails: check NetworkPolicy or kube-proxy.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 Networking: DNS, Service Selector, Endpoints, CNI, 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Baseline curl to app-svc works. Selector mismatch: endpoints empty, curl fails. After fixing selector: endpoints repopulated, curl works again.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RBAC &amp; Scheduling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Diagnose 403s, pending pods and node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403 Forbidden response means the request was authenticated but not authorised.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auth can-i &lt;verb&gt; &lt;resource&gt; --as=&lt;identity&gt; tests permissions without impersonating.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Check the ServiceAccount's RoleBinding: kubectl get rolebindings,clusterrolebindings -A -o wide.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Common mistake: Role + ClusterRoleBinding instead of Role + RoleBinding — access is then cluster-wide.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SCHEDULING DEBUG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Scheduling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 stuck in Pending: kubectl describe pod → Events → 'Insufficient cpu/memory' or 'no nodes match'.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Taint check: kubectl describe node &lt;n&gt; | grep Taint — pod needs a matching toleration.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nodeSelector / nodeAffinity mismatch: compare spec.nodeSelector with actual node labels.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Unschedulable node: kubectl get nodes — NotReady or SchedulingDisabled blocks all new pods.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RBAC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 RBAC (403 Forbidden) and Scheduling Failures (Pending Pod)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RBAC and scheduling troubleshooting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Diagnose and fix two of the most common CKA exam question types: a 403 Forbidden error caused by a missing ClusterRoleBinding, and a pod stuck in Pending due to a scheduling constraint (taint, node selector, or resource exhaustion).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SA + pod that fails with Forbidden, diagnose with auth can-i, add missing binding. Create pod that is Pending, diagnose with kubectl describe, fix constraint.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create · kubectl run · kubectl describe · » 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 RBAC (403 Forbidden) and Scheduling Failures (Pending Pod)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Part A -- RBAC: diagnose 403 Forbidden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serviceaccount dev-sa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Pod using dev-sa attempts to list pods: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sa-pod -- kubectl get pods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Error from server (Forbidden)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auth can-i list pods --as=system:serviceaccount:default:dev-sa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Part A -- Fix: create RoleBinding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13632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913632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977640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clusterrolebinding dev-sa-view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--clusterrole=view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--serviceaccount=default:dev-sa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auth can-i list pods --as=system:serviceaccount:default:dev-sa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yes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sa-pod -- kubectl get pods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 RBAC (403 Forbidden) and Scheduling Failures (Pending Pod)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Part B -- Scheduling: diagnose Pending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run pending-pod --image=nginx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 pending-pod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Pending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pod pending-pod | grep -A20 Events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Look for: Insufficient cpu, node(s) had taint, MatchNodeSelector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Part B -- Fix scheduling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220827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22082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2116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Taint causing failure: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node worker01 | grep Taints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taint node worker01 &lt;key&gt;-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Remove taint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Or add toleration to pod: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tolerations: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key: &lt;key&gt;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operator: Exists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effect: NoSchedule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 pending-pod -o wide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Now Running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 RBAC (403 Forbidden) and Scheduling Failures (Pending Pod)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describe pod is ALWAYS the first command for a Pending pod -- Events shows exactly why. kubectl auth can-i --as is the fastest way to test what a ServiceAccount can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 RBAC (403 Forbidden) and Scheduling Failures (Pending Pod)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adding ClusterRoleBinding: SA can list pods, no Forbidden error. After fixing taint/selector: pod transitions from Pending to Running.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All five CKA domains 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Architecture · Workloads · Networking · Storage · Troubleshooting.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MOCK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Mock-Exam Practice — from 1:00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Practise hands-on CKA questions · ask questions freely · killer.sh and Killercoda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Mock-Exam Practice (1:00 PM)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Warm-up before the graded assessment — work through CKA-style hands-on tasks.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Use killer.sh and Killercoda; rehearse alias k=kubectl and export do='--dry-run=client -o yaml'.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The real CKA exam is 2 hours, 100% hands-on — time yourself on each question.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Trainer is available for questions; the final assessment begins at 3:45 PM.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Final Assessment — from 3:45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Written / MCQ on the LMS · open book · covers all five CKA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Written / MCQ assessment on the LMS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Mock-exam practice from 1:00 PM; final assessment from 3:45 PM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Covers all five CKA domains and the hands-on labs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Open book — slides, Learner Guide &amp; kubernetes.io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Must be attempted for SSG 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Funding &amp;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Minimum 75% attendance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Based on SSG digital attendance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Assessed as Competent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Pass the written / MCQ assessment.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only approved materials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of the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assessment is delivered online.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br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&amp; kubernetes.io are allowed.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Time's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 — and good luck with the CKA exam!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Keep practising on killer.sh and Killercoda; the CKA exam is 2 hours, 100% hands-on.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Administrator (CKA)  ·  TGS-2025054612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